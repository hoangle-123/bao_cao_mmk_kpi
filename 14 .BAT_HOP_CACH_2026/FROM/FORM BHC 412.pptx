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9" r:id="rId2"/>
  </p:sldIdLst>
  <p:sldSz cx="12192000" cy="6858000"/>
  <p:notesSz cx="6805613" cy="99393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2" d="100"/>
          <a:sy n="72" d="100"/>
        </p:scale>
        <p:origin x="61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219A9D-D1CC-4207-8632-C30BE3F1F538}" type="datetimeFigureOut">
              <a:rPr kumimoji="1" lang="ja-JP" altLang="en-US" smtClean="0"/>
              <a:t>2025/2/17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1038" y="4783138"/>
            <a:ext cx="5443537" cy="39131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445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25497-BB5D-403A-B2C1-F895F0D77B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6829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6F8A7-E10E-4BCB-9EF3-04DCE054075A}" type="datetime1">
              <a:rPr kumimoji="1" lang="ja-JP" altLang="en-US" smtClean="0"/>
              <a:t>2025/2/17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489D5-EB1A-41C5-81E7-C3ED52B1EF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593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24AB1-17A2-43B1-A486-946DF9DB2334}" type="datetime1">
              <a:rPr kumimoji="1" lang="ja-JP" altLang="en-US" smtClean="0"/>
              <a:t>2025/2/17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489D5-EB1A-41C5-81E7-C3ED52B1EF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1191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C1BC-484D-4603-9CAB-DDEF8C77C63B}" type="datetime1">
              <a:rPr kumimoji="1" lang="ja-JP" altLang="en-US" smtClean="0"/>
              <a:t>2025/2/17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489D5-EB1A-41C5-81E7-C3ED52B1EF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5775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99A8F-C958-44B4-AC6D-5B66E807B130}" type="datetime1">
              <a:rPr kumimoji="1" lang="ja-JP" altLang="en-US" smtClean="0"/>
              <a:t>2025/2/17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489D5-EB1A-41C5-81E7-C3ED52B1EF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0078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7748E-7D00-4422-8A93-680C75B004FC}" type="datetime1">
              <a:rPr kumimoji="1" lang="ja-JP" altLang="en-US" smtClean="0"/>
              <a:t>2025/2/17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489D5-EB1A-41C5-81E7-C3ED52B1EF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8438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FF17A-A6D5-46EE-9F76-574C0EC26850}" type="datetime1">
              <a:rPr kumimoji="1" lang="ja-JP" altLang="en-US" smtClean="0"/>
              <a:t>2025/2/17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489D5-EB1A-41C5-81E7-C3ED52B1EF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6424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C766C-71AB-4241-9BCB-4241A3603A8A}" type="datetime1">
              <a:rPr kumimoji="1" lang="ja-JP" altLang="en-US" smtClean="0"/>
              <a:t>2025/2/17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489D5-EB1A-41C5-81E7-C3ED52B1EF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2612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EB10D-7C79-42D3-97B8-752F1659B098}" type="datetime1">
              <a:rPr kumimoji="1" lang="ja-JP" altLang="en-US" smtClean="0"/>
              <a:t>2025/2/17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489D5-EB1A-41C5-81E7-C3ED52B1EF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615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BA828-45E4-437C-8E74-E4ED0B89A223}" type="datetime1">
              <a:rPr kumimoji="1" lang="ja-JP" altLang="en-US" smtClean="0"/>
              <a:t>2025/2/17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489D5-EB1A-41C5-81E7-C3ED52B1EF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3500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CA135-4C9C-40EE-8D2A-4C7ECFCA675C}" type="datetime1">
              <a:rPr kumimoji="1" lang="ja-JP" altLang="en-US" smtClean="0"/>
              <a:t>2025/2/17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489D5-EB1A-41C5-81E7-C3ED52B1EF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0302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C2A34-30DC-462B-9474-49D35712AA50}" type="datetime1">
              <a:rPr kumimoji="1" lang="ja-JP" altLang="en-US" smtClean="0"/>
              <a:t>2025/2/17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489D5-EB1A-41C5-81E7-C3ED52B1EF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5689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0460C3-38D6-41FA-8AD5-CE65FB71DBC4}" type="datetime1">
              <a:rPr kumimoji="1" lang="ja-JP" altLang="en-US" smtClean="0"/>
              <a:t>2025/2/17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A489D5-EB1A-41C5-81E7-C3ED52B1EF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029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表 80">
            <a:extLst>
              <a:ext uri="{FF2B5EF4-FFF2-40B4-BE49-F238E27FC236}">
                <a16:creationId xmlns:a16="http://schemas.microsoft.com/office/drawing/2014/main" id="{D165A773-EC8E-3DD0-757F-647F1E4F3E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8594703"/>
              </p:ext>
            </p:extLst>
          </p:nvPr>
        </p:nvGraphicFramePr>
        <p:xfrm>
          <a:off x="-38880" y="559057"/>
          <a:ext cx="8272071" cy="1548288"/>
        </p:xfrm>
        <a:graphic>
          <a:graphicData uri="http://schemas.openxmlformats.org/drawingml/2006/table">
            <a:tbl>
              <a:tblPr/>
              <a:tblGrid>
                <a:gridCol w="146864">
                  <a:extLst>
                    <a:ext uri="{9D8B030D-6E8A-4147-A177-3AD203B41FA5}">
                      <a16:colId xmlns:a16="http://schemas.microsoft.com/office/drawing/2014/main" val="1231437486"/>
                    </a:ext>
                  </a:extLst>
                </a:gridCol>
                <a:gridCol w="340222">
                  <a:extLst>
                    <a:ext uri="{9D8B030D-6E8A-4147-A177-3AD203B41FA5}">
                      <a16:colId xmlns:a16="http://schemas.microsoft.com/office/drawing/2014/main" val="3571904852"/>
                    </a:ext>
                  </a:extLst>
                </a:gridCol>
                <a:gridCol w="1761594">
                  <a:extLst>
                    <a:ext uri="{9D8B030D-6E8A-4147-A177-3AD203B41FA5}">
                      <a16:colId xmlns:a16="http://schemas.microsoft.com/office/drawing/2014/main" val="1100956958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872024971"/>
                    </a:ext>
                  </a:extLst>
                </a:gridCol>
                <a:gridCol w="1317608">
                  <a:extLst>
                    <a:ext uri="{9D8B030D-6E8A-4147-A177-3AD203B41FA5}">
                      <a16:colId xmlns:a16="http://schemas.microsoft.com/office/drawing/2014/main" val="4110041016"/>
                    </a:ext>
                  </a:extLst>
                </a:gridCol>
                <a:gridCol w="1216042">
                  <a:extLst>
                    <a:ext uri="{9D8B030D-6E8A-4147-A177-3AD203B41FA5}">
                      <a16:colId xmlns:a16="http://schemas.microsoft.com/office/drawing/2014/main" val="3850007403"/>
                    </a:ext>
                  </a:extLst>
                </a:gridCol>
                <a:gridCol w="1298991">
                  <a:extLst>
                    <a:ext uri="{9D8B030D-6E8A-4147-A177-3AD203B41FA5}">
                      <a16:colId xmlns:a16="http://schemas.microsoft.com/office/drawing/2014/main" val="576491873"/>
                    </a:ext>
                  </a:extLst>
                </a:gridCol>
              </a:tblGrid>
              <a:tr h="307200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游ゴシック" panose="020B0400000000000000" pitchFamily="50" charset="-128"/>
                          <a:cs typeface="Arial" panose="020B0604020202020204" pitchFamily="34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 kern="100"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Phân khu linh kiện</a:t>
                      </a:r>
                      <a:endParaRPr lang="en-US" sz="1050" kern="100">
                        <a:effectLst/>
                        <a:latin typeface="Arial" panose="020B0604020202020204" pitchFamily="34" charset="0"/>
                        <a:ea typeface="ＭＳ 明朝" panose="02020609040205080304" pitchFamily="17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 kern="100"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Ngày tháng phát sinh phế phẩm</a:t>
                      </a:r>
                      <a:endParaRPr lang="en-US" sz="1050" kern="100">
                        <a:effectLst/>
                        <a:latin typeface="Arial" panose="020B0604020202020204" pitchFamily="34" charset="0"/>
                        <a:ea typeface="ＭＳ 明朝" panose="02020609040205080304" pitchFamily="17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Năm</a:t>
                      </a: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ja-JP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tháng</a:t>
                      </a: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ja-JP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ngày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明朝" panose="02020609040205080304" pitchFamily="17" charset="-128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 kern="100" dirty="0" err="1"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SG" sz="1000" kern="100" dirty="0"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SG" sz="1000" kern="100" dirty="0" err="1"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yêu</a:t>
                      </a:r>
                      <a:r>
                        <a:rPr lang="en-SG" sz="1000" kern="100" dirty="0"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SG" sz="1000" kern="100" dirty="0" err="1"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cầu</a:t>
                      </a:r>
                      <a:r>
                        <a:rPr lang="en-SG" sz="1000" kern="100" dirty="0"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SG" sz="1000" kern="100" dirty="0" err="1"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chế</a:t>
                      </a:r>
                      <a:r>
                        <a:rPr lang="en-SG" sz="1000" kern="100" dirty="0"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SG" sz="1000" kern="100" dirty="0" err="1"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tạo</a:t>
                      </a:r>
                      <a:endParaRPr lang="en-US" sz="10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游ゴシック" panose="020B0400000000000000" pitchFamily="50" charset="-128"/>
                          <a:cs typeface="Arial" panose="020B0604020202020204" pitchFamily="34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8882028"/>
                  </a:ext>
                </a:extLst>
              </a:tr>
              <a:tr h="307200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游ゴシック" panose="020B0400000000000000" pitchFamily="50" charset="-128"/>
                          <a:cs typeface="Arial" panose="020B0604020202020204" pitchFamily="34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 kern="100"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Liên quan máy dập</a:t>
                      </a:r>
                      <a:endParaRPr lang="en-US" sz="1050" kern="100">
                        <a:effectLst/>
                        <a:latin typeface="Arial" panose="020B0604020202020204" pitchFamily="34" charset="0"/>
                        <a:ea typeface="ＭＳ 明朝" panose="02020609040205080304" pitchFamily="17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 kern="100"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Công đoạn phát sinh phế phẩm</a:t>
                      </a:r>
                      <a:endParaRPr lang="en-US" sz="1050" kern="100">
                        <a:effectLst/>
                        <a:latin typeface="Arial" panose="020B0604020202020204" pitchFamily="34" charset="0"/>
                        <a:ea typeface="ＭＳ 明朝" panose="02020609040205080304" pitchFamily="17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ja-JP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 kern="100" dirty="0" err="1"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Tên</a:t>
                      </a:r>
                      <a:r>
                        <a:rPr lang="en-SG" sz="1000" kern="100" dirty="0"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SG" sz="1000" kern="100" dirty="0" err="1"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linh</a:t>
                      </a:r>
                      <a:r>
                        <a:rPr lang="en-SG" sz="1000" kern="100" dirty="0"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SG" sz="1000" kern="100" dirty="0" err="1"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kiện</a:t>
                      </a:r>
                      <a:endParaRPr lang="en-US" sz="10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游ゴシック" panose="020B0400000000000000" pitchFamily="50" charset="-128"/>
                          <a:cs typeface="Arial" panose="020B0604020202020204" pitchFamily="34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014052"/>
                  </a:ext>
                </a:extLst>
              </a:tr>
              <a:tr h="307200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游ゴシック" panose="020B0400000000000000" pitchFamily="50" charset="-128"/>
                          <a:cs typeface="Arial" panose="020B0604020202020204" pitchFamily="34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 kern="100"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Liên quan khuôn thành hình</a:t>
                      </a:r>
                      <a:endParaRPr lang="en-US" sz="1050" kern="100">
                        <a:effectLst/>
                        <a:latin typeface="Arial" panose="020B0604020202020204" pitchFamily="34" charset="0"/>
                        <a:ea typeface="ＭＳ 明朝" panose="02020609040205080304" pitchFamily="17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 kern="100"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Tên người gia công</a:t>
                      </a:r>
                      <a:endParaRPr lang="en-US" sz="1050" kern="100">
                        <a:effectLst/>
                        <a:latin typeface="Arial" panose="020B0604020202020204" pitchFamily="34" charset="0"/>
                        <a:ea typeface="ＭＳ 明朝" panose="02020609040205080304" pitchFamily="17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ja-JP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gridSpan="2">
                  <a:txBody>
                    <a:bodyPr/>
                    <a:lstStyle/>
                    <a:p>
                      <a:pPr algn="l" fontAlgn="t"/>
                      <a:r>
                        <a:rPr lang="en-US" altLang="ja-JP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Mã</a:t>
                      </a: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ja-JP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số</a:t>
                      </a: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ja-JP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bản</a:t>
                      </a: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ja-JP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vẽ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明朝" panose="02020609040205080304" pitchFamily="17" charset="-128"/>
                        <a:cs typeface="Arial" panose="020B0604020202020204" pitchFamily="34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0627817"/>
                  </a:ext>
                </a:extLst>
              </a:tr>
              <a:tr h="307200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游ゴシック" panose="020B0400000000000000" pitchFamily="50" charset="-128"/>
                          <a:cs typeface="Arial" panose="020B0604020202020204" pitchFamily="34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 kern="100"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Liên quan máy tự động</a:t>
                      </a:r>
                      <a:endParaRPr lang="en-US" sz="1050" kern="100">
                        <a:effectLst/>
                        <a:latin typeface="Arial" panose="020B0604020202020204" pitchFamily="34" charset="0"/>
                        <a:ea typeface="ＭＳ 明朝" panose="02020609040205080304" pitchFamily="17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 kern="100"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Tổng số Pcs của lot đối tượng</a:t>
                      </a:r>
                      <a:endParaRPr lang="en-US" sz="1050" kern="100">
                        <a:effectLst/>
                        <a:latin typeface="Arial" panose="020B0604020202020204" pitchFamily="34" charset="0"/>
                        <a:ea typeface="ＭＳ 明朝" panose="02020609040205080304" pitchFamily="17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pcs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明朝" panose="02020609040205080304" pitchFamily="17" charset="-128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2634910"/>
                  </a:ext>
                </a:extLst>
              </a:tr>
              <a:tr h="319488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游ゴシック" panose="020B0400000000000000" pitchFamily="50" charset="-128"/>
                          <a:cs typeface="Arial" panose="020B0604020202020204" pitchFamily="34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 kern="100"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Liên quan công dụng cụ</a:t>
                      </a:r>
                      <a:endParaRPr lang="en-US" sz="1050" kern="100">
                        <a:effectLst/>
                        <a:latin typeface="Arial" panose="020B0604020202020204" pitchFamily="34" charset="0"/>
                        <a:ea typeface="ＭＳ 明朝" panose="02020609040205080304" pitchFamily="17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 kern="100" dirty="0" err="1"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Số</a:t>
                      </a:r>
                      <a:r>
                        <a:rPr lang="en-SG" sz="1000" kern="100" dirty="0"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Pcs </a:t>
                      </a:r>
                      <a:r>
                        <a:rPr lang="en-SG" sz="1000" kern="100" dirty="0" err="1"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phế</a:t>
                      </a:r>
                      <a:r>
                        <a:rPr lang="en-SG" sz="1000" kern="100" dirty="0"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SG" sz="1000" kern="100" dirty="0" err="1"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phẩm</a:t>
                      </a:r>
                      <a:r>
                        <a:rPr lang="en-SG" sz="1000" kern="100" dirty="0"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của lot </a:t>
                      </a:r>
                      <a:r>
                        <a:rPr lang="en-SG" sz="1000" kern="100" dirty="0" err="1"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đối</a:t>
                      </a:r>
                      <a:r>
                        <a:rPr lang="en-SG" sz="1000" kern="100" dirty="0"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SG" sz="1000" kern="100" dirty="0" err="1"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tượng</a:t>
                      </a:r>
                      <a:endParaRPr lang="en-US" sz="1050" kern="100" dirty="0">
                        <a:effectLst/>
                        <a:latin typeface="Arial" panose="020B0604020202020204" pitchFamily="34" charset="0"/>
                        <a:ea typeface="ＭＳ 明朝" panose="02020609040205080304" pitchFamily="17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pcs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明朝" panose="02020609040205080304" pitchFamily="17" charset="-128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208652"/>
                  </a:ext>
                </a:extLst>
              </a:tr>
            </a:tbl>
          </a:graphicData>
        </a:graphic>
      </p:graphicFrame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ACA4421E-9A5B-BAB7-D061-080AC8A6375D}"/>
              </a:ext>
            </a:extLst>
          </p:cNvPr>
          <p:cNvSpPr txBox="1"/>
          <p:nvPr/>
        </p:nvSpPr>
        <p:spPr>
          <a:xfrm>
            <a:off x="4503256" y="137160"/>
            <a:ext cx="41248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600" b="1" u="sng" dirty="0">
                <a:effectLst/>
                <a:latin typeface="Arial" panose="020B0604020202020204" pitchFamily="34" charset="0"/>
                <a:ea typeface="ＭＳ 明朝" panose="02020609040205080304" pitchFamily="17" charset="-128"/>
              </a:rPr>
              <a:t>BẢN BÁO CÁO PHẾ PHẨM CÔNG ĐOẠN</a:t>
            </a:r>
            <a:endParaRPr kumimoji="1" lang="ja-JP" altLang="en-US" sz="1600" b="1" u="sng" dirty="0">
              <a:latin typeface="Arial" panose="020B0604020202020204" pitchFamily="34" charset="0"/>
              <a:ea typeface="ＭＳ 明朝" panose="02020609040205080304" pitchFamily="17" charset="-128"/>
              <a:cs typeface="Arial" panose="020B0604020202020204" pitchFamily="34" charset="0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5AC412B-8D5F-C4BF-9998-7850055227EB}"/>
              </a:ext>
            </a:extLst>
          </p:cNvPr>
          <p:cNvSpPr txBox="1"/>
          <p:nvPr/>
        </p:nvSpPr>
        <p:spPr>
          <a:xfrm flipH="1">
            <a:off x="9430952" y="60347"/>
            <a:ext cx="25937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err="1">
                <a:latin typeface="Arial" panose="020B0604020202020204" pitchFamily="34" charset="0"/>
                <a:cs typeface="Arial" panose="020B0604020202020204" pitchFamily="34" charset="0"/>
              </a:rPr>
              <a:t>Đính</a:t>
            </a:r>
            <a:r>
              <a:rPr kumimoji="1" lang="en-US" altLang="ja-JP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ja-JP" sz="1400" dirty="0" err="1">
                <a:latin typeface="Arial" panose="020B0604020202020204" pitchFamily="34" charset="0"/>
                <a:cs typeface="Arial" panose="020B0604020202020204" pitchFamily="34" charset="0"/>
              </a:rPr>
              <a:t>kèm</a:t>
            </a:r>
            <a:r>
              <a:rPr kumimoji="1" lang="en-US" altLang="ja-JP" sz="1400" dirty="0">
                <a:latin typeface="Arial" panose="020B0604020202020204" pitchFamily="34" charset="0"/>
                <a:cs typeface="Arial" panose="020B0604020202020204" pitchFamily="34" charset="0"/>
              </a:rPr>
              <a:t> 2.</a:t>
            </a:r>
            <a:r>
              <a:rPr kumimoji="1" lang="ja-JP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ja-JP" sz="1400" dirty="0">
                <a:latin typeface="Arial" panose="020B0604020202020204" pitchFamily="34" charset="0"/>
                <a:cs typeface="Arial" panose="020B0604020202020204" pitchFamily="34" charset="0"/>
              </a:rPr>
              <a:t>K-EX-013-E-V</a:t>
            </a:r>
            <a:endParaRPr kumimoji="1" lang="ja-JP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1" name="表 20">
            <a:extLst>
              <a:ext uri="{FF2B5EF4-FFF2-40B4-BE49-F238E27FC236}">
                <a16:creationId xmlns:a16="http://schemas.microsoft.com/office/drawing/2014/main" id="{CFDD14FB-DFF9-0B5A-E4B1-D85E753CF8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2205209"/>
              </p:ext>
            </p:extLst>
          </p:nvPr>
        </p:nvGraphicFramePr>
        <p:xfrm>
          <a:off x="110059" y="2167368"/>
          <a:ext cx="11916000" cy="1137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9832">
                  <a:extLst>
                    <a:ext uri="{9D8B030D-6E8A-4147-A177-3AD203B41FA5}">
                      <a16:colId xmlns:a16="http://schemas.microsoft.com/office/drawing/2014/main" val="343925985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478176690"/>
                    </a:ext>
                  </a:extLst>
                </a:gridCol>
                <a:gridCol w="527968">
                  <a:extLst>
                    <a:ext uri="{9D8B030D-6E8A-4147-A177-3AD203B41FA5}">
                      <a16:colId xmlns:a16="http://schemas.microsoft.com/office/drawing/2014/main" val="126776201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76227141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78168947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03347254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967077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2895877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0627901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93466083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26479198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41978552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814323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4642763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78605519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98606769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30656887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53065085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88913528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78769664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19283194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 kern="100" dirty="0" err="1"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Chất</a:t>
                      </a:r>
                      <a:r>
                        <a:rPr lang="en-SG" sz="1000" kern="100" dirty="0"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 kern="100" dirty="0"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liệu</a:t>
                      </a:r>
                      <a:endParaRPr lang="en-US" sz="1000" kern="100" dirty="0">
                        <a:effectLst/>
                        <a:latin typeface="Arial" panose="020B0604020202020204" pitchFamily="34" charset="0"/>
                        <a:ea typeface="ＭＳ 明朝" panose="02020609040205080304" pitchFamily="17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 kern="100" dirty="0" err="1"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Phí</a:t>
                      </a:r>
                      <a:r>
                        <a:rPr lang="en-SG" sz="1000" kern="100" dirty="0"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SG" sz="1000" kern="100" dirty="0" err="1"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nguyên</a:t>
                      </a:r>
                      <a:r>
                        <a:rPr lang="en-SG" sz="1000" kern="100" dirty="0"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liệu</a:t>
                      </a:r>
                      <a:endParaRPr lang="en-US" sz="1000" kern="100" dirty="0">
                        <a:effectLst/>
                        <a:latin typeface="Arial" panose="020B0604020202020204" pitchFamily="34" charset="0"/>
                        <a:ea typeface="ＭＳ 明朝" panose="02020609040205080304" pitchFamily="17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gridSpan="18">
                  <a:txBody>
                    <a:bodyPr/>
                    <a:lstStyle/>
                    <a:p>
                      <a:pPr algn="ctr"/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Công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đoạn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gia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công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và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thời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gian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gia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công</a:t>
                      </a:r>
                      <a:endParaRPr kumimoji="1" lang="ja-JP" altLang="en-US" sz="1000" dirty="0">
                        <a:latin typeface="Arial" panose="020B0604020202020204" pitchFamily="34" charset="0"/>
                        <a:ea typeface="ＭＳ 明朝" panose="02020609040205080304" pitchFamily="17" charset="-128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Tổng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thời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gian</a:t>
                      </a:r>
                      <a:endParaRPr kumimoji="1" lang="ja-JP" altLang="en-US" sz="1000" dirty="0">
                        <a:latin typeface="Arial" panose="020B0604020202020204" pitchFamily="34" charset="0"/>
                        <a:ea typeface="ＭＳ 明朝" panose="02020609040205080304" pitchFamily="17" charset="-128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9912522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endParaRPr kumimoji="1" lang="ja-JP" alt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kumimoji="1" lang="ja-JP" alt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Công</a:t>
                      </a:r>
                      <a:r>
                        <a:rPr kumimoji="1" lang="en-US" altLang="ja-JP" sz="800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800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đoạn</a:t>
                      </a:r>
                      <a:endParaRPr kumimoji="1" lang="ja-JP" altLang="en-US" sz="800" dirty="0">
                        <a:latin typeface="Arial" panose="020B0604020202020204" pitchFamily="34" charset="0"/>
                        <a:ea typeface="ＭＳ 明朝" panose="02020609040205080304" pitchFamily="17" charset="-128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kumimoji="1" lang="ja-JP" alt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59780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Thời</a:t>
                      </a:r>
                      <a:r>
                        <a:rPr kumimoji="1" lang="en-US" altLang="ja-JP" sz="800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800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gian</a:t>
                      </a:r>
                      <a:endParaRPr kumimoji="1" lang="ja-JP" altLang="en-US" sz="800" dirty="0">
                        <a:latin typeface="Arial" panose="020B0604020202020204" pitchFamily="34" charset="0"/>
                        <a:ea typeface="ＭＳ 明朝" panose="02020609040205080304" pitchFamily="17" charset="-128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6938598"/>
                  </a:ext>
                </a:extLst>
              </a:tr>
            </a:tbl>
          </a:graphicData>
        </a:graphic>
      </p:graphicFrame>
      <p:graphicFrame>
        <p:nvGraphicFramePr>
          <p:cNvPr id="22" name="表 21">
            <a:extLst>
              <a:ext uri="{FF2B5EF4-FFF2-40B4-BE49-F238E27FC236}">
                <a16:creationId xmlns:a16="http://schemas.microsoft.com/office/drawing/2014/main" id="{D991E7EB-789C-1976-2F51-1A6C41A3D5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197933"/>
              </p:ext>
            </p:extLst>
          </p:nvPr>
        </p:nvGraphicFramePr>
        <p:xfrm>
          <a:off x="8966718" y="3326359"/>
          <a:ext cx="3060000" cy="35551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0000">
                  <a:extLst>
                    <a:ext uri="{9D8B030D-6E8A-4147-A177-3AD203B41FA5}">
                      <a16:colId xmlns:a16="http://schemas.microsoft.com/office/drawing/2014/main" val="147720270"/>
                    </a:ext>
                  </a:extLst>
                </a:gridCol>
                <a:gridCol w="1530000">
                  <a:extLst>
                    <a:ext uri="{9D8B030D-6E8A-4147-A177-3AD203B41FA5}">
                      <a16:colId xmlns:a16="http://schemas.microsoft.com/office/drawing/2014/main" val="3465423033"/>
                    </a:ext>
                  </a:extLst>
                </a:gridCol>
              </a:tblGrid>
              <a:tr h="316811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Nguyên</a:t>
                      </a:r>
                      <a:r>
                        <a:rPr kumimoji="1" lang="en-US" altLang="ja-JP" sz="12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2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nhân</a:t>
                      </a:r>
                      <a:r>
                        <a:rPr kumimoji="1" lang="en-US" altLang="ja-JP" sz="12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2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phế</a:t>
                      </a:r>
                      <a:r>
                        <a:rPr kumimoji="1" lang="en-US" altLang="ja-JP" sz="12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2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phẩm</a:t>
                      </a:r>
                      <a:endParaRPr kumimoji="1" lang="en-US" altLang="ja-JP" sz="1200" b="1" dirty="0">
                        <a:latin typeface="Arial" panose="020B0604020202020204" pitchFamily="34" charset="0"/>
                        <a:ea typeface="ＭＳ 明朝" panose="02020609040205080304" pitchFamily="17" charset="-128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5229763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r>
                        <a:rPr kumimoji="1" lang="ja-JP" altLang="en-US" sz="1000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□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Không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đủ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kỹ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thuật</a:t>
                      </a:r>
                      <a:endParaRPr kumimoji="1" lang="en-US" sz="100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Kỹ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năng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người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gia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công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</a:t>
                      </a:r>
                      <a:endParaRPr kumimoji="1" lang="en-US" altLang="ja-JP" sz="1000" dirty="0">
                        <a:latin typeface="Arial" panose="020B0604020202020204" pitchFamily="34" charset="0"/>
                        <a:ea typeface="ＭＳ 明朝" panose="02020609040205080304" pitchFamily="17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□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Độ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khó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gia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công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endParaRPr kumimoji="1" lang="ja-JP" altLang="en-US" sz="1000" dirty="0">
                        <a:latin typeface="Arial" panose="020B0604020202020204" pitchFamily="34" charset="0"/>
                        <a:ea typeface="ＭＳ 明朝" panose="02020609040205080304" pitchFamily="17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065000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□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Lỗi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phán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đoán</a:t>
                      </a:r>
                      <a:endParaRPr kumimoji="1" lang="ja-JP" altLang="en-US" sz="1000" dirty="0">
                        <a:latin typeface="Arial" panose="020B0604020202020204" pitchFamily="34" charset="0"/>
                        <a:ea typeface="ＭＳ 明朝" panose="02020609040205080304" pitchFamily="17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017577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□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Hiểu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bản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vẽ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chưa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đúng</a:t>
                      </a:r>
                      <a:endParaRPr kumimoji="1" lang="ja-JP" altLang="en-US" sz="1000" dirty="0">
                        <a:latin typeface="Arial" panose="020B0604020202020204" pitchFamily="34" charset="0"/>
                        <a:ea typeface="ＭＳ 明朝" panose="02020609040205080304" pitchFamily="17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310627"/>
                  </a:ext>
                </a:extLst>
              </a:tr>
              <a:tr h="288000">
                <a:tc rowSpan="2">
                  <a:txBody>
                    <a:bodyPr/>
                    <a:lstStyle/>
                    <a:p>
                      <a:r>
                        <a:rPr kumimoji="1" lang="ja-JP" altLang="en-US" sz="1000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□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Lỗi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chỉ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thị</a:t>
                      </a:r>
                      <a:endParaRPr kumimoji="1" lang="ja-JP" altLang="en-US" sz="1000" dirty="0">
                        <a:latin typeface="Arial" panose="020B0604020202020204" pitchFamily="34" charset="0"/>
                        <a:ea typeface="ＭＳ 明朝" panose="02020609040205080304" pitchFamily="17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□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Thiết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định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công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đoạn</a:t>
                      </a:r>
                      <a:endParaRPr kumimoji="1" lang="ja-JP" altLang="en-US" sz="1000" dirty="0">
                        <a:latin typeface="Arial" panose="020B0604020202020204" pitchFamily="34" charset="0"/>
                        <a:ea typeface="ＭＳ 明朝" panose="02020609040205080304" pitchFamily="17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3232886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□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Chỉ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thị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gia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công</a:t>
                      </a:r>
                      <a:endParaRPr kumimoji="1" lang="ja-JP" altLang="en-US" sz="1000" dirty="0">
                        <a:latin typeface="Arial" panose="020B0604020202020204" pitchFamily="34" charset="0"/>
                        <a:ea typeface="ＭＳ 明朝" panose="02020609040205080304" pitchFamily="17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319694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kumimoji="1" lang="ja-JP" altLang="en-US" sz="1000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□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Lỗi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thiết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kế</a:t>
                      </a:r>
                      <a:endParaRPr kumimoji="1" lang="ja-JP" altLang="en-US" sz="1000" dirty="0">
                        <a:latin typeface="Arial" panose="020B0604020202020204" pitchFamily="34" charset="0"/>
                        <a:ea typeface="ＭＳ 明朝" panose="02020609040205080304" pitchFamily="17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□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Vấn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đề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bản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vẽ</a:t>
                      </a:r>
                      <a:endParaRPr kumimoji="1" lang="ja-JP" altLang="en-US" sz="1000" dirty="0">
                        <a:latin typeface="Arial" panose="020B0604020202020204" pitchFamily="34" charset="0"/>
                        <a:ea typeface="ＭＳ 明朝" panose="02020609040205080304" pitchFamily="17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90979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kumimoji="1" lang="ja-JP" altLang="en-US" sz="1000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□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Lỗi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sai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sót</a:t>
                      </a:r>
                      <a:endParaRPr kumimoji="1" lang="ja-JP" altLang="en-US" sz="1000" dirty="0">
                        <a:latin typeface="Arial" panose="020B0604020202020204" pitchFamily="34" charset="0"/>
                        <a:ea typeface="ＭＳ 明朝" panose="02020609040205080304" pitchFamily="17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□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Người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gia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công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không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chú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ý</a:t>
                      </a:r>
                      <a:endParaRPr kumimoji="1" lang="ja-JP" altLang="en-US" sz="1000" dirty="0">
                        <a:latin typeface="Arial" panose="020B0604020202020204" pitchFamily="34" charset="0"/>
                        <a:ea typeface="ＭＳ 明朝" panose="02020609040205080304" pitchFamily="17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891013"/>
                  </a:ext>
                </a:extLst>
              </a:tr>
              <a:tr h="828000">
                <a:tc gridSpan="2">
                  <a:txBody>
                    <a:bodyPr/>
                    <a:lstStyle/>
                    <a:p>
                      <a:r>
                        <a:rPr kumimoji="1" lang="en-US" altLang="ja-JP" sz="1000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※</a:t>
                      </a:r>
                      <a:r>
                        <a:rPr kumimoji="1" lang="en-US" altLang="ja-JP" sz="1000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Chú</a:t>
                      </a:r>
                      <a:r>
                        <a:rPr kumimoji="1" lang="en-US" altLang="ja-JP" sz="1000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ý 1: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Phải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điền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dấu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ja-JP" altLang="en-US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✓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vào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chỗ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tương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ứng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trong ô 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Wingdings 2" panose="05020102010507070707" pitchFamily="18" charset="2"/>
                        </a:rPr>
                        <a:t>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hạng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mục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phế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phẩm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.</a:t>
                      </a:r>
                      <a:endParaRPr kumimoji="1" lang="en-US" altLang="ja-JP" sz="1000" dirty="0">
                        <a:latin typeface="Arial" panose="020B0604020202020204" pitchFamily="34" charset="0"/>
                        <a:ea typeface="ＭＳ 明朝" panose="02020609040205080304" pitchFamily="17" charset="-128"/>
                        <a:cs typeface="Arial" panose="020B0604020202020204" pitchFamily="34" charset="0"/>
                      </a:endParaRPr>
                    </a:p>
                    <a:p>
                      <a:r>
                        <a:rPr kumimoji="1" lang="en-US" altLang="ja-JP" sz="1000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※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Chú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ý 2: Trong ô 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Wingdings 2" panose="05020102010507070707" pitchFamily="18" charset="2"/>
                        </a:rPr>
                        <a:t>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kỹ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năng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người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gia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công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và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độ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khó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gia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công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thì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phải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điền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vào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giá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trị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kỹ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năng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phù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hợp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dựa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theo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tiêu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chuẩn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quản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lý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kỹ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năng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của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các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công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SG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đoạn</a:t>
                      </a:r>
                      <a:r>
                        <a:rPr kumimoji="1" lang="en-SG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.</a:t>
                      </a:r>
                      <a:endParaRPr kumimoji="1" lang="ja-JP" altLang="en-US" sz="1000" dirty="0">
                        <a:latin typeface="Arial" panose="020B0604020202020204" pitchFamily="34" charset="0"/>
                        <a:ea typeface="ＭＳ 明朝" panose="02020609040205080304" pitchFamily="17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963460"/>
                  </a:ext>
                </a:extLst>
              </a:tr>
            </a:tbl>
          </a:graphicData>
        </a:graphic>
      </p:graphicFrame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FC2BD9AC-81A6-8F0E-E5AC-F5EB36760FA4}"/>
              </a:ext>
            </a:extLst>
          </p:cNvPr>
          <p:cNvSpPr txBox="1"/>
          <p:nvPr/>
        </p:nvSpPr>
        <p:spPr>
          <a:xfrm>
            <a:off x="11649075" y="3654495"/>
            <a:ext cx="285750" cy="2227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kumimoji="1" lang="ja-JP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8" name="表 27">
            <a:extLst>
              <a:ext uri="{FF2B5EF4-FFF2-40B4-BE49-F238E27FC236}">
                <a16:creationId xmlns:a16="http://schemas.microsoft.com/office/drawing/2014/main" id="{69289232-27F2-E494-0B97-DB6864150A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973115"/>
              </p:ext>
            </p:extLst>
          </p:nvPr>
        </p:nvGraphicFramePr>
        <p:xfrm>
          <a:off x="110059" y="3326359"/>
          <a:ext cx="8855525" cy="34149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55525">
                  <a:extLst>
                    <a:ext uri="{9D8B030D-6E8A-4147-A177-3AD203B41FA5}">
                      <a16:colId xmlns:a16="http://schemas.microsoft.com/office/drawing/2014/main" val="3703635388"/>
                    </a:ext>
                  </a:extLst>
                </a:gridCol>
              </a:tblGrid>
              <a:tr h="693525">
                <a:tc>
                  <a:txBody>
                    <a:bodyPr/>
                    <a:lstStyle/>
                    <a:p>
                      <a:r>
                        <a:rPr kumimoji="1" lang="ja-JP" altLang="en-US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●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Nội</a:t>
                      </a:r>
                      <a:r>
                        <a:rPr kumimoji="1" lang="en-US" altLang="ja-JP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dung 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phế</a:t>
                      </a:r>
                      <a:r>
                        <a:rPr kumimoji="1" lang="en-US" altLang="ja-JP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phẩm</a:t>
                      </a:r>
                      <a:endParaRPr kumimoji="1" lang="en-US" altLang="ja-JP" sz="1000" b="1" dirty="0">
                        <a:latin typeface="Arial" panose="020B0604020202020204" pitchFamily="34" charset="0"/>
                        <a:ea typeface="ＭＳ 明朝" panose="02020609040205080304" pitchFamily="17" charset="-128"/>
                        <a:cs typeface="Arial" panose="020B0604020202020204" pitchFamily="34" charset="0"/>
                      </a:endParaRPr>
                    </a:p>
                    <a:p>
                      <a:endParaRPr kumimoji="1" lang="en-US" altLang="ja-JP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kumimoji="1" lang="en-US" altLang="ja-JP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kumimoji="1" lang="ja-JP" alt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5153"/>
                  </a:ext>
                </a:extLst>
              </a:tr>
              <a:tr h="1159424">
                <a:tc>
                  <a:txBody>
                    <a:bodyPr/>
                    <a:lstStyle/>
                    <a:p>
                      <a:r>
                        <a:rPr kumimoji="1" lang="ja-JP" altLang="en-US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●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Phân</a:t>
                      </a:r>
                      <a:r>
                        <a:rPr kumimoji="1" lang="en-US" altLang="ja-JP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tích</a:t>
                      </a:r>
                      <a:r>
                        <a:rPr kumimoji="1" lang="en-US" altLang="ja-JP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nguyên</a:t>
                      </a:r>
                      <a:r>
                        <a:rPr kumimoji="1" lang="en-US" altLang="ja-JP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nhân</a:t>
                      </a:r>
                      <a:r>
                        <a:rPr kumimoji="1" lang="en-US" altLang="ja-JP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: 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Phải</a:t>
                      </a:r>
                      <a:r>
                        <a:rPr kumimoji="1" lang="en-US" altLang="ja-JP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phân</a:t>
                      </a:r>
                      <a:r>
                        <a:rPr kumimoji="1" lang="en-US" altLang="ja-JP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tích</a:t>
                      </a:r>
                      <a:r>
                        <a:rPr kumimoji="1" lang="en-US" altLang="ja-JP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theo</a:t>
                      </a:r>
                      <a:r>
                        <a:rPr kumimoji="1" lang="en-US" altLang="ja-JP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hình</a:t>
                      </a:r>
                      <a:r>
                        <a:rPr kumimoji="1" lang="en-US" altLang="ja-JP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thức</a:t>
                      </a:r>
                      <a:r>
                        <a:rPr kumimoji="1" lang="en-US" altLang="ja-JP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tại</a:t>
                      </a:r>
                      <a:r>
                        <a:rPr kumimoji="1" lang="en-US" altLang="ja-JP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sao</a:t>
                      </a:r>
                      <a:r>
                        <a:rPr kumimoji="1" lang="en-US" altLang="ja-JP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tại</a:t>
                      </a:r>
                      <a:r>
                        <a:rPr kumimoji="1" lang="en-US" altLang="ja-JP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sao</a:t>
                      </a:r>
                      <a:endParaRPr kumimoji="1" lang="en-US" altLang="ja-JP" sz="1000" b="1" dirty="0">
                        <a:latin typeface="Arial" panose="020B0604020202020204" pitchFamily="34" charset="0"/>
                        <a:ea typeface="ＭＳ 明朝" panose="02020609040205080304" pitchFamily="17" charset="-128"/>
                        <a:cs typeface="Arial" panose="020B0604020202020204" pitchFamily="34" charset="0"/>
                      </a:endParaRPr>
                    </a:p>
                    <a:p>
                      <a:r>
                        <a:rPr kumimoji="1" lang="ja-JP" altLang="en-US" sz="1000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　</a:t>
                      </a:r>
                      <a:endParaRPr kumimoji="1" lang="en-US" altLang="ja-JP" sz="1000" dirty="0">
                        <a:latin typeface="Arial" panose="020B0604020202020204" pitchFamily="34" charset="0"/>
                        <a:ea typeface="ＭＳ 明朝" panose="02020609040205080304" pitchFamily="17" charset="-128"/>
                        <a:cs typeface="Arial" panose="020B0604020202020204" pitchFamily="34" charset="0"/>
                      </a:endParaRPr>
                    </a:p>
                    <a:p>
                      <a:r>
                        <a:rPr kumimoji="1" lang="ja-JP" altLang="en-US" sz="1000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　</a:t>
                      </a:r>
                      <a:r>
                        <a:rPr kumimoji="1" lang="en-US" altLang="ja-JP" sz="1000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Tại</a:t>
                      </a:r>
                      <a:r>
                        <a:rPr kumimoji="1" lang="en-US" altLang="ja-JP" sz="1000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sao</a:t>
                      </a:r>
                      <a:r>
                        <a:rPr kumimoji="1" lang="en-US" altLang="ja-JP" sz="1000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1:</a:t>
                      </a:r>
                    </a:p>
                    <a:p>
                      <a:r>
                        <a:rPr kumimoji="1" lang="ja-JP" altLang="en-US" sz="1000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　</a:t>
                      </a:r>
                      <a:r>
                        <a:rPr kumimoji="1" lang="en-US" altLang="ja-JP" sz="1000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Tại</a:t>
                      </a:r>
                      <a:r>
                        <a:rPr kumimoji="1" lang="en-US" altLang="ja-JP" sz="1000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sao</a:t>
                      </a:r>
                      <a:r>
                        <a:rPr kumimoji="1" lang="en-US" altLang="ja-JP" sz="1000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2:</a:t>
                      </a:r>
                    </a:p>
                    <a:p>
                      <a:r>
                        <a:rPr kumimoji="1" lang="ja-JP" altLang="en-US" sz="1000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　</a:t>
                      </a:r>
                      <a:r>
                        <a:rPr kumimoji="1" lang="en-US" altLang="ja-JP" sz="1000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Tại</a:t>
                      </a:r>
                      <a:r>
                        <a:rPr kumimoji="1" lang="en-US" altLang="ja-JP" sz="1000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sao</a:t>
                      </a:r>
                      <a:r>
                        <a:rPr kumimoji="1" lang="en-US" altLang="ja-JP" sz="1000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3:</a:t>
                      </a:r>
                    </a:p>
                    <a:p>
                      <a:r>
                        <a:rPr kumimoji="1" lang="ja-JP" altLang="en-US" sz="1000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　</a:t>
                      </a:r>
                      <a:r>
                        <a:rPr kumimoji="1" lang="en-US" altLang="ja-JP" sz="1000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Tại</a:t>
                      </a:r>
                      <a:r>
                        <a:rPr kumimoji="1" lang="en-US" altLang="ja-JP" sz="1000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sao</a:t>
                      </a:r>
                      <a:r>
                        <a:rPr kumimoji="1" lang="en-US" altLang="ja-JP" sz="1000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4:</a:t>
                      </a:r>
                    </a:p>
                    <a:p>
                      <a:r>
                        <a:rPr kumimoji="1" lang="ja-JP" alt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　</a:t>
                      </a:r>
                      <a:r>
                        <a:rPr kumimoji="1" lang="en-US" altLang="ja-JP" sz="1000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Tại</a:t>
                      </a:r>
                      <a:r>
                        <a:rPr kumimoji="1" lang="en-US" altLang="ja-JP" sz="1000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sao</a:t>
                      </a:r>
                      <a:r>
                        <a:rPr kumimoji="1" lang="en-US" altLang="ja-JP" sz="1000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5:</a:t>
                      </a:r>
                      <a:endParaRPr kumimoji="1" lang="ja-JP" alt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960882"/>
                  </a:ext>
                </a:extLst>
              </a:tr>
              <a:tr h="391993">
                <a:tc>
                  <a:txBody>
                    <a:bodyPr/>
                    <a:lstStyle/>
                    <a:p>
                      <a:r>
                        <a:rPr kumimoji="1" lang="ja-JP" altLang="en-US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●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Xử</a:t>
                      </a:r>
                      <a:r>
                        <a:rPr kumimoji="1" lang="en-US" altLang="ja-JP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lý</a:t>
                      </a:r>
                      <a:r>
                        <a:rPr kumimoji="1" lang="en-US" altLang="ja-JP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hiện</a:t>
                      </a:r>
                      <a:r>
                        <a:rPr kumimoji="1" lang="en-US" altLang="ja-JP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vật</a:t>
                      </a:r>
                      <a:endParaRPr kumimoji="1" lang="en-US" altLang="ja-JP" sz="1000" b="1" dirty="0">
                        <a:latin typeface="Arial" panose="020B0604020202020204" pitchFamily="34" charset="0"/>
                        <a:ea typeface="ＭＳ 明朝" panose="02020609040205080304" pitchFamily="17" charset="-128"/>
                        <a:cs typeface="Arial" panose="020B0604020202020204" pitchFamily="34" charset="0"/>
                      </a:endParaRPr>
                    </a:p>
                    <a:p>
                      <a:r>
                        <a:rPr kumimoji="1" lang="ja-JP" alt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　　　　　　　</a:t>
                      </a:r>
                      <a:r>
                        <a:rPr kumimoji="1" lang="ja-JP" altLang="en-US" sz="1000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□　</a:t>
                      </a:r>
                      <a:r>
                        <a:rPr kumimoji="1" lang="en-US" altLang="ja-JP" sz="1000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Chỉnh</a:t>
                      </a:r>
                      <a:r>
                        <a:rPr kumimoji="1" lang="en-US" altLang="ja-JP" sz="1000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sửa</a:t>
                      </a:r>
                      <a:r>
                        <a:rPr kumimoji="1" lang="ja-JP" altLang="en-US" sz="1000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　　　□　</a:t>
                      </a:r>
                      <a:r>
                        <a:rPr kumimoji="1" lang="en-US" altLang="ja-JP" sz="1000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B</a:t>
                      </a:r>
                      <a:r>
                        <a:rPr kumimoji="1" lang="en-US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ản</a:t>
                      </a:r>
                      <a:r>
                        <a:rPr kumimoji="1" lang="en-US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hỏi</a:t>
                      </a:r>
                      <a:r>
                        <a:rPr kumimoji="1" lang="en-US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ý </a:t>
                      </a:r>
                      <a:r>
                        <a:rPr kumimoji="1" lang="en-US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kiến</a:t>
                      </a:r>
                      <a:r>
                        <a:rPr kumimoji="1" lang="en-US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khả</a:t>
                      </a:r>
                      <a:r>
                        <a:rPr kumimoji="1" lang="en-US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năng</a:t>
                      </a:r>
                      <a:r>
                        <a:rPr kumimoji="1" lang="en-US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sử</a:t>
                      </a:r>
                      <a:r>
                        <a:rPr kumimoji="1" lang="en-US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dụng</a:t>
                      </a:r>
                      <a:r>
                        <a:rPr kumimoji="1" lang="en-US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    </a:t>
                      </a:r>
                      <a:r>
                        <a:rPr kumimoji="1" lang="ja-JP" altLang="en-US" sz="1000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□　</a:t>
                      </a:r>
                      <a:r>
                        <a:rPr kumimoji="1" lang="en-US" altLang="ja-JP" sz="1000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Hủy</a:t>
                      </a:r>
                      <a:r>
                        <a:rPr kumimoji="1" lang="en-US" altLang="ja-JP" sz="1000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bỏ</a:t>
                      </a:r>
                      <a:endParaRPr kumimoji="1" lang="ja-JP" altLang="en-US" sz="1000" dirty="0">
                        <a:latin typeface="Arial" panose="020B0604020202020204" pitchFamily="34" charset="0"/>
                        <a:ea typeface="ＭＳ 明朝" panose="02020609040205080304" pitchFamily="17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2026213"/>
                  </a:ext>
                </a:extLst>
              </a:tr>
              <a:tr h="995058">
                <a:tc>
                  <a:txBody>
                    <a:bodyPr/>
                    <a:lstStyle/>
                    <a:p>
                      <a:r>
                        <a:rPr kumimoji="1" lang="ja-JP" altLang="en-US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●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Đối</a:t>
                      </a:r>
                      <a:r>
                        <a:rPr kumimoji="1" lang="en-US" altLang="ja-JP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sách</a:t>
                      </a:r>
                      <a:r>
                        <a:rPr kumimoji="1" lang="ja-JP" altLang="en-US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　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Kỳ</a:t>
                      </a:r>
                      <a:r>
                        <a:rPr kumimoji="1" lang="en-US" altLang="ja-JP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hạn</a:t>
                      </a:r>
                      <a:r>
                        <a:rPr kumimoji="1" lang="en-US" altLang="ja-JP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thực</a:t>
                      </a:r>
                      <a:r>
                        <a:rPr kumimoji="1" lang="en-US" altLang="ja-JP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thi</a:t>
                      </a:r>
                      <a:r>
                        <a:rPr kumimoji="1" lang="en-US" altLang="ja-JP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đối</a:t>
                      </a:r>
                      <a:r>
                        <a:rPr kumimoji="1" lang="en-US" altLang="ja-JP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sách</a:t>
                      </a:r>
                      <a:r>
                        <a:rPr kumimoji="1" lang="ja-JP" altLang="en-US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　　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Năm</a:t>
                      </a:r>
                      <a:r>
                        <a:rPr kumimoji="1" lang="en-US" altLang="ja-JP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   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Tháng</a:t>
                      </a:r>
                      <a:r>
                        <a:rPr kumimoji="1" lang="en-US" altLang="ja-JP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    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Ngày</a:t>
                      </a:r>
                      <a:r>
                        <a:rPr kumimoji="1" lang="ja-JP" altLang="en-US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　</a:t>
                      </a:r>
                      <a:endParaRPr kumimoji="1" lang="en-US" altLang="ja-JP" sz="1000" b="1" dirty="0">
                        <a:latin typeface="Arial" panose="020B0604020202020204" pitchFamily="34" charset="0"/>
                        <a:ea typeface="ＭＳ 明朝" panose="02020609040205080304" pitchFamily="17" charset="-128"/>
                        <a:cs typeface="Arial" panose="020B0604020202020204" pitchFamily="34" charset="0"/>
                      </a:endParaRPr>
                    </a:p>
                    <a:p>
                      <a:r>
                        <a:rPr kumimoji="1" lang="en-US" altLang="ja-JP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※Khi 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thay</a:t>
                      </a:r>
                      <a:r>
                        <a:rPr kumimoji="1" lang="en-US" altLang="ja-JP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đổi</a:t>
                      </a:r>
                      <a:r>
                        <a:rPr kumimoji="1" lang="en-US" altLang="ja-JP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kỳ</a:t>
                      </a:r>
                      <a:r>
                        <a:rPr kumimoji="1" lang="en-US" altLang="ja-JP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hạn</a:t>
                      </a:r>
                      <a:r>
                        <a:rPr kumimoji="1" lang="en-US" altLang="ja-JP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thì</a:t>
                      </a:r>
                      <a:r>
                        <a:rPr kumimoji="1" lang="en-US" altLang="ja-JP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ghi</a:t>
                      </a:r>
                      <a:r>
                        <a:rPr kumimoji="1" lang="en-US" altLang="ja-JP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ngày</a:t>
                      </a:r>
                      <a:r>
                        <a:rPr kumimoji="1" lang="en-US" altLang="ja-JP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thay</a:t>
                      </a:r>
                      <a:r>
                        <a:rPr kumimoji="1" lang="en-US" altLang="ja-JP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đổi</a:t>
                      </a:r>
                      <a:r>
                        <a:rPr kumimoji="1" lang="en-US" altLang="ja-JP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lý</a:t>
                      </a:r>
                      <a:r>
                        <a:rPr kumimoji="1" lang="en-US" altLang="ja-JP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do 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vào</a:t>
                      </a:r>
                      <a:r>
                        <a:rPr kumimoji="1" lang="en-US" altLang="ja-JP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tình</a:t>
                      </a:r>
                      <a:r>
                        <a:rPr kumimoji="1" lang="en-US" altLang="ja-JP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trạng</a:t>
                      </a:r>
                      <a:r>
                        <a:rPr kumimoji="1" lang="en-US" altLang="ja-JP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thực</a:t>
                      </a:r>
                      <a:r>
                        <a:rPr kumimoji="1" lang="en-US" altLang="ja-JP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thi</a:t>
                      </a:r>
                      <a:r>
                        <a:rPr kumimoji="1" lang="en-US" altLang="ja-JP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đối</a:t>
                      </a:r>
                      <a:r>
                        <a:rPr kumimoji="1" lang="en-US" altLang="ja-JP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sách</a:t>
                      </a:r>
                      <a:r>
                        <a:rPr kumimoji="1" lang="en-US" altLang="ja-JP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phế</a:t>
                      </a:r>
                      <a:r>
                        <a:rPr kumimoji="1" lang="en-US" altLang="ja-JP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phẩm</a:t>
                      </a:r>
                      <a:r>
                        <a:rPr kumimoji="1" lang="en-US" altLang="ja-JP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công</a:t>
                      </a:r>
                      <a:r>
                        <a:rPr kumimoji="1" lang="en-US" altLang="ja-JP" sz="1000" b="1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b="1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đoạn</a:t>
                      </a:r>
                      <a:endParaRPr kumimoji="1" lang="en-US" altLang="ja-JP" sz="1000" b="1" dirty="0">
                        <a:latin typeface="Arial" panose="020B0604020202020204" pitchFamily="34" charset="0"/>
                        <a:ea typeface="ＭＳ 明朝" panose="02020609040205080304" pitchFamily="17" charset="-128"/>
                        <a:cs typeface="Arial" panose="020B0604020202020204" pitchFamily="34" charset="0"/>
                      </a:endParaRPr>
                    </a:p>
                    <a:p>
                      <a:endParaRPr kumimoji="1" lang="en-US" altLang="ja-JP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kumimoji="1" lang="en-US" altLang="ja-JP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kumimoji="1" lang="en-US" altLang="ja-JP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kumimoji="1" lang="en-US" altLang="ja-JP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kumimoji="1" lang="en-US" altLang="ja-JP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0830494"/>
                  </a:ext>
                </a:extLst>
              </a:tr>
            </a:tbl>
          </a:graphicData>
        </a:graphic>
      </p:graphicFrame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C58D72AD-792B-AE4B-5C7A-B502E0ABD2A7}"/>
              </a:ext>
            </a:extLst>
          </p:cNvPr>
          <p:cNvSpPr txBox="1"/>
          <p:nvPr/>
        </p:nvSpPr>
        <p:spPr>
          <a:xfrm flipH="1">
            <a:off x="8870998" y="382172"/>
            <a:ext cx="3153747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latin typeface="Arial" panose="020B0604020202020204" pitchFamily="34" charset="0"/>
                <a:ea typeface="ＭＳ 明朝" panose="02020609040205080304" pitchFamily="17" charset="-128"/>
                <a:cs typeface="Arial" panose="020B0604020202020204" pitchFamily="34" charset="0"/>
              </a:rPr>
              <a:t>MS thu </a:t>
            </a:r>
            <a:r>
              <a:rPr kumimoji="1" lang="en-US" altLang="ja-JP" sz="1200" dirty="0" err="1">
                <a:latin typeface="Arial" panose="020B0604020202020204" pitchFamily="34" charset="0"/>
                <a:ea typeface="ＭＳ 明朝" panose="02020609040205080304" pitchFamily="17" charset="-128"/>
                <a:cs typeface="Arial" panose="020B0604020202020204" pitchFamily="34" charset="0"/>
              </a:rPr>
              <a:t>nhận</a:t>
            </a:r>
            <a:r>
              <a:rPr kumimoji="1" lang="en-US" altLang="ja-JP" sz="1200" dirty="0">
                <a:latin typeface="Arial" panose="020B0604020202020204" pitchFamily="34" charset="0"/>
                <a:ea typeface="ＭＳ 明朝" panose="02020609040205080304" pitchFamily="17" charset="-128"/>
                <a:cs typeface="Arial" panose="020B0604020202020204" pitchFamily="34" charset="0"/>
              </a:rPr>
              <a:t>     ―</a:t>
            </a:r>
            <a:r>
              <a:rPr kumimoji="1" lang="ja-JP" altLang="en-US" sz="1200" dirty="0">
                <a:latin typeface="Arial" panose="020B0604020202020204" pitchFamily="34" charset="0"/>
                <a:ea typeface="ＭＳ 明朝" panose="02020609040205080304" pitchFamily="17" charset="-128"/>
                <a:cs typeface="Arial" panose="020B0604020202020204" pitchFamily="34" charset="0"/>
              </a:rPr>
              <a:t>　　　</a:t>
            </a:r>
            <a:r>
              <a:rPr kumimoji="1" lang="en-US" altLang="ja-JP" sz="1200" dirty="0">
                <a:latin typeface="Arial" panose="020B0604020202020204" pitchFamily="34" charset="0"/>
                <a:ea typeface="ＭＳ 明朝" panose="02020609040205080304" pitchFamily="17" charset="-128"/>
                <a:cs typeface="Arial" panose="020B0604020202020204" pitchFamily="34" charset="0"/>
              </a:rPr>
              <a:t>―</a:t>
            </a:r>
            <a:r>
              <a:rPr kumimoji="1" lang="ja-JP" altLang="en-US" sz="1200" dirty="0">
                <a:latin typeface="Arial" panose="020B0604020202020204" pitchFamily="34" charset="0"/>
                <a:ea typeface="ＭＳ 明朝" panose="02020609040205080304" pitchFamily="17" charset="-128"/>
                <a:cs typeface="Arial" panose="020B0604020202020204" pitchFamily="34" charset="0"/>
              </a:rPr>
              <a:t>　　　</a:t>
            </a:r>
            <a:r>
              <a:rPr kumimoji="1" lang="en-US" altLang="ja-JP" sz="1200" dirty="0">
                <a:latin typeface="Arial" panose="020B0604020202020204" pitchFamily="34" charset="0"/>
                <a:ea typeface="ＭＳ 明朝" panose="02020609040205080304" pitchFamily="17" charset="-128"/>
                <a:cs typeface="Arial" panose="020B0604020202020204" pitchFamily="34" charset="0"/>
              </a:rPr>
              <a:t>―</a:t>
            </a:r>
            <a:endParaRPr kumimoji="1" lang="ja-JP" altLang="en-US" sz="1200" dirty="0">
              <a:latin typeface="Arial" panose="020B0604020202020204" pitchFamily="34" charset="0"/>
              <a:ea typeface="ＭＳ 明朝" panose="02020609040205080304" pitchFamily="17" charset="-128"/>
              <a:cs typeface="Arial" panose="020B0604020202020204" pitchFamily="34" charset="0"/>
            </a:endParaRPr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73217306-3A52-0DB5-2E17-071B42BE3163}"/>
              </a:ext>
            </a:extLst>
          </p:cNvPr>
          <p:cNvSpPr txBox="1"/>
          <p:nvPr/>
        </p:nvSpPr>
        <p:spPr>
          <a:xfrm flipH="1">
            <a:off x="9365521" y="746798"/>
            <a:ext cx="2740674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ja-JP" sz="1000" b="1" dirty="0" err="1">
                <a:latin typeface="Arial" panose="020B0604020202020204" pitchFamily="34" charset="0"/>
                <a:ea typeface="ＭＳ 明朝" panose="02020609040205080304" pitchFamily="17" charset="-128"/>
                <a:cs typeface="Arial" panose="020B0604020202020204" pitchFamily="34" charset="0"/>
              </a:rPr>
              <a:t>Ngày</a:t>
            </a:r>
            <a:r>
              <a:rPr kumimoji="1" lang="en-US" altLang="ja-JP" sz="1000" b="1" dirty="0">
                <a:latin typeface="Arial" panose="020B0604020202020204" pitchFamily="34" charset="0"/>
                <a:ea typeface="ＭＳ 明朝" panose="02020609040205080304" pitchFamily="17" charset="-128"/>
                <a:cs typeface="Arial" panose="020B0604020202020204" pitchFamily="34" charset="0"/>
              </a:rPr>
              <a:t> </a:t>
            </a:r>
            <a:r>
              <a:rPr kumimoji="1" lang="en-US" altLang="ja-JP" sz="1000" b="1" dirty="0" err="1">
                <a:latin typeface="Arial" panose="020B0604020202020204" pitchFamily="34" charset="0"/>
                <a:ea typeface="ＭＳ 明朝" panose="02020609040205080304" pitchFamily="17" charset="-128"/>
                <a:cs typeface="Arial" panose="020B0604020202020204" pitchFamily="34" charset="0"/>
              </a:rPr>
              <a:t>phát</a:t>
            </a:r>
            <a:r>
              <a:rPr kumimoji="1" lang="en-US" altLang="ja-JP" sz="1000" b="1" dirty="0">
                <a:latin typeface="Arial" panose="020B0604020202020204" pitchFamily="34" charset="0"/>
                <a:ea typeface="ＭＳ 明朝" panose="02020609040205080304" pitchFamily="17" charset="-128"/>
                <a:cs typeface="Arial" panose="020B0604020202020204" pitchFamily="34" charset="0"/>
              </a:rPr>
              <a:t> </a:t>
            </a:r>
            <a:r>
              <a:rPr kumimoji="1" lang="en-US" altLang="ja-JP" sz="1000" b="1" dirty="0" err="1">
                <a:latin typeface="Arial" panose="020B0604020202020204" pitchFamily="34" charset="0"/>
                <a:ea typeface="ＭＳ 明朝" panose="02020609040205080304" pitchFamily="17" charset="-128"/>
                <a:cs typeface="Arial" panose="020B0604020202020204" pitchFamily="34" charset="0"/>
              </a:rPr>
              <a:t>hành</a:t>
            </a:r>
            <a:r>
              <a:rPr kumimoji="1" lang="ja-JP" altLang="en-US" sz="1000" b="1" dirty="0">
                <a:latin typeface="Arial" panose="020B0604020202020204" pitchFamily="34" charset="0"/>
                <a:ea typeface="ＭＳ 明朝" panose="02020609040205080304" pitchFamily="17" charset="-128"/>
                <a:cs typeface="Arial" panose="020B0604020202020204" pitchFamily="34" charset="0"/>
              </a:rPr>
              <a:t>　 </a:t>
            </a:r>
            <a:r>
              <a:rPr kumimoji="1" lang="en-US" altLang="ja-JP" sz="1000" b="1" dirty="0" err="1">
                <a:latin typeface="Arial" panose="020B0604020202020204" pitchFamily="34" charset="0"/>
                <a:ea typeface="ＭＳ 明朝" panose="02020609040205080304" pitchFamily="17" charset="-128"/>
                <a:cs typeface="Arial" panose="020B0604020202020204" pitchFamily="34" charset="0"/>
              </a:rPr>
              <a:t>Năm</a:t>
            </a:r>
            <a:r>
              <a:rPr kumimoji="1" lang="en-US" altLang="ja-JP" sz="1000" b="1" dirty="0">
                <a:latin typeface="Arial" panose="020B0604020202020204" pitchFamily="34" charset="0"/>
                <a:ea typeface="ＭＳ 明朝" panose="02020609040205080304" pitchFamily="17" charset="-128"/>
                <a:cs typeface="Arial" panose="020B0604020202020204" pitchFamily="34" charset="0"/>
              </a:rPr>
              <a:t>      </a:t>
            </a:r>
            <a:r>
              <a:rPr kumimoji="1" lang="en-US" altLang="ja-JP" sz="1000" b="1" dirty="0" err="1">
                <a:latin typeface="Arial" panose="020B0604020202020204" pitchFamily="34" charset="0"/>
                <a:ea typeface="ＭＳ 明朝" panose="02020609040205080304" pitchFamily="17" charset="-128"/>
                <a:cs typeface="Arial" panose="020B0604020202020204" pitchFamily="34" charset="0"/>
              </a:rPr>
              <a:t>tháng</a:t>
            </a:r>
            <a:r>
              <a:rPr kumimoji="1" lang="en-US" altLang="ja-JP" sz="1000" b="1" dirty="0">
                <a:latin typeface="Arial" panose="020B0604020202020204" pitchFamily="34" charset="0"/>
                <a:ea typeface="ＭＳ 明朝" panose="02020609040205080304" pitchFamily="17" charset="-128"/>
                <a:cs typeface="Arial" panose="020B0604020202020204" pitchFamily="34" charset="0"/>
              </a:rPr>
              <a:t>       </a:t>
            </a:r>
            <a:r>
              <a:rPr kumimoji="1" lang="en-US" altLang="ja-JP" sz="1000" b="1" dirty="0" err="1">
                <a:latin typeface="Arial" panose="020B0604020202020204" pitchFamily="34" charset="0"/>
                <a:ea typeface="ＭＳ 明朝" panose="02020609040205080304" pitchFamily="17" charset="-128"/>
                <a:cs typeface="Arial" panose="020B0604020202020204" pitchFamily="34" charset="0"/>
              </a:rPr>
              <a:t>ngày</a:t>
            </a:r>
            <a:endParaRPr kumimoji="1" lang="en-US" altLang="ja-JP" sz="1000" b="1" dirty="0">
              <a:latin typeface="Arial" panose="020B0604020202020204" pitchFamily="34" charset="0"/>
              <a:ea typeface="ＭＳ 明朝" panose="02020609040205080304" pitchFamily="17" charset="-128"/>
              <a:cs typeface="Arial" panose="020B0604020202020204" pitchFamily="34" charset="0"/>
            </a:endParaRPr>
          </a:p>
          <a:p>
            <a:r>
              <a:rPr kumimoji="1" lang="en-US" altLang="ja-JP" sz="1000" b="1" dirty="0">
                <a:latin typeface="Arial" panose="020B0604020202020204" pitchFamily="34" charset="0"/>
                <a:ea typeface="ＭＳ 明朝" panose="02020609040205080304" pitchFamily="17" charset="-128"/>
                <a:cs typeface="Arial" panose="020B0604020202020204" pitchFamily="34" charset="0"/>
              </a:rPr>
              <a:t>BM </a:t>
            </a:r>
            <a:r>
              <a:rPr kumimoji="1" lang="en-US" altLang="ja-JP" sz="1000" b="1" dirty="0" err="1">
                <a:latin typeface="Arial" panose="020B0604020202020204" pitchFamily="34" charset="0"/>
                <a:ea typeface="ＭＳ 明朝" panose="02020609040205080304" pitchFamily="17" charset="-128"/>
                <a:cs typeface="Arial" panose="020B0604020202020204" pitchFamily="34" charset="0"/>
              </a:rPr>
              <a:t>phát</a:t>
            </a:r>
            <a:r>
              <a:rPr kumimoji="1" lang="en-US" altLang="ja-JP" sz="1000" b="1" dirty="0">
                <a:latin typeface="Arial" panose="020B0604020202020204" pitchFamily="34" charset="0"/>
                <a:ea typeface="ＭＳ 明朝" panose="02020609040205080304" pitchFamily="17" charset="-128"/>
                <a:cs typeface="Arial" panose="020B0604020202020204" pitchFamily="34" charset="0"/>
              </a:rPr>
              <a:t> </a:t>
            </a:r>
            <a:r>
              <a:rPr kumimoji="1" lang="en-US" altLang="ja-JP" sz="1000" b="1" dirty="0" err="1">
                <a:latin typeface="Arial" panose="020B0604020202020204" pitchFamily="34" charset="0"/>
                <a:ea typeface="ＭＳ 明朝" panose="02020609040205080304" pitchFamily="17" charset="-128"/>
                <a:cs typeface="Arial" panose="020B0604020202020204" pitchFamily="34" charset="0"/>
              </a:rPr>
              <a:t>hành</a:t>
            </a:r>
            <a:r>
              <a:rPr kumimoji="1" lang="ja-JP" altLang="en-US" sz="1000" b="1" dirty="0">
                <a:latin typeface="Arial" panose="020B0604020202020204" pitchFamily="34" charset="0"/>
                <a:ea typeface="ＭＳ 明朝" panose="02020609040205080304" pitchFamily="17" charset="-128"/>
                <a:cs typeface="Arial" panose="020B0604020202020204" pitchFamily="34" charset="0"/>
              </a:rPr>
              <a:t>　　</a:t>
            </a:r>
            <a:r>
              <a:rPr kumimoji="1" lang="en-US" altLang="ja-JP" sz="1000" b="1" dirty="0" err="1">
                <a:latin typeface="Arial" panose="020B0604020202020204" pitchFamily="34" charset="0"/>
                <a:ea typeface="ＭＳ 明朝" panose="02020609040205080304" pitchFamily="17" charset="-128"/>
                <a:cs typeface="Arial" panose="020B0604020202020204" pitchFamily="34" charset="0"/>
              </a:rPr>
              <a:t>Nhóm</a:t>
            </a:r>
            <a:r>
              <a:rPr kumimoji="1" lang="en-US" altLang="ja-JP" sz="1000" b="1" dirty="0">
                <a:latin typeface="Arial" panose="020B0604020202020204" pitchFamily="34" charset="0"/>
                <a:ea typeface="ＭＳ 明朝" panose="02020609040205080304" pitchFamily="17" charset="-128"/>
                <a:cs typeface="Arial" panose="020B0604020202020204" pitchFamily="34" charset="0"/>
              </a:rPr>
              <a:t>/</a:t>
            </a:r>
            <a:r>
              <a:rPr kumimoji="1" lang="en-US" altLang="ja-JP" sz="1000" b="1" dirty="0" err="1">
                <a:latin typeface="Arial" panose="020B0604020202020204" pitchFamily="34" charset="0"/>
                <a:ea typeface="ＭＳ 明朝" panose="02020609040205080304" pitchFamily="17" charset="-128"/>
                <a:cs typeface="Arial" panose="020B0604020202020204" pitchFamily="34" charset="0"/>
              </a:rPr>
              <a:t>phòng</a:t>
            </a:r>
            <a:r>
              <a:rPr kumimoji="1" lang="en-US" altLang="ja-JP" sz="1000" b="1" dirty="0">
                <a:latin typeface="Arial" panose="020B0604020202020204" pitchFamily="34" charset="0"/>
                <a:ea typeface="ＭＳ 明朝" panose="02020609040205080304" pitchFamily="17" charset="-128"/>
                <a:cs typeface="Arial" panose="020B0604020202020204" pitchFamily="34" charset="0"/>
              </a:rPr>
              <a:t>         Ban</a:t>
            </a:r>
            <a:endParaRPr kumimoji="1" lang="ja-JP" altLang="en-US" sz="1000" b="1" dirty="0">
              <a:latin typeface="Arial" panose="020B0604020202020204" pitchFamily="34" charset="0"/>
              <a:ea typeface="ＭＳ 明朝" panose="02020609040205080304" pitchFamily="17" charset="-128"/>
              <a:cs typeface="Arial" panose="020B0604020202020204" pitchFamily="34" charset="0"/>
            </a:endParaRPr>
          </a:p>
        </p:txBody>
      </p:sp>
      <p:graphicFrame>
        <p:nvGraphicFramePr>
          <p:cNvPr id="66" name="表 65">
            <a:extLst>
              <a:ext uri="{FF2B5EF4-FFF2-40B4-BE49-F238E27FC236}">
                <a16:creationId xmlns:a16="http://schemas.microsoft.com/office/drawing/2014/main" id="{8F3BF47C-09CB-509E-BD82-CB3EE7B5E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520139"/>
              </p:ext>
            </p:extLst>
          </p:nvPr>
        </p:nvGraphicFramePr>
        <p:xfrm>
          <a:off x="9430951" y="1136348"/>
          <a:ext cx="2593793" cy="10099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1419699758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911176611"/>
                    </a:ext>
                  </a:extLst>
                </a:gridCol>
                <a:gridCol w="793793">
                  <a:extLst>
                    <a:ext uri="{9D8B030D-6E8A-4147-A177-3AD203B41FA5}">
                      <a16:colId xmlns:a16="http://schemas.microsoft.com/office/drawing/2014/main" val="4111880646"/>
                    </a:ext>
                  </a:extLst>
                </a:gridCol>
              </a:tblGrid>
              <a:tr h="28822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 kern="100"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Công nhận</a:t>
                      </a:r>
                      <a:endParaRPr lang="en-US" sz="10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 kern="100"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Xác nhận</a:t>
                      </a:r>
                      <a:endParaRPr lang="en-US" sz="10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 kern="100" dirty="0"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Ng</a:t>
                      </a:r>
                      <a:r>
                        <a:rPr lang="vi-VN" sz="1000" kern="100" dirty="0"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ười</a:t>
                      </a:r>
                      <a:endParaRPr lang="en-US" sz="10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 kern="100" dirty="0" err="1"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Phát</a:t>
                      </a:r>
                      <a:r>
                        <a:rPr lang="en-SG" sz="1000" kern="100" dirty="0"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SG" sz="1000" kern="100" dirty="0" err="1">
                          <a:effectLst/>
                          <a:latin typeface="Arial" panose="020B0604020202020204" pitchFamily="34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hành</a:t>
                      </a:r>
                      <a:endParaRPr lang="en-US" sz="10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5565119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093212"/>
                  </a:ext>
                </a:extLst>
              </a:tr>
            </a:tbl>
          </a:graphicData>
        </a:graphic>
      </p:graphicFrame>
      <p:graphicFrame>
        <p:nvGraphicFramePr>
          <p:cNvPr id="67" name="表 66">
            <a:extLst>
              <a:ext uri="{FF2B5EF4-FFF2-40B4-BE49-F238E27FC236}">
                <a16:creationId xmlns:a16="http://schemas.microsoft.com/office/drawing/2014/main" id="{67883F43-25E4-3DF6-BC9F-6F513CB161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5322356"/>
              </p:ext>
            </p:extLst>
          </p:nvPr>
        </p:nvGraphicFramePr>
        <p:xfrm>
          <a:off x="7165584" y="5437890"/>
          <a:ext cx="1800000" cy="112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1154382088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259485442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Xác</a:t>
                      </a:r>
                      <a:r>
                        <a:rPr kumimoji="1" lang="en-US" altLang="ja-JP" sz="1000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nhận</a:t>
                      </a:r>
                      <a:r>
                        <a:rPr kumimoji="1" lang="en-US" altLang="ja-JP" sz="1000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hoàn</a:t>
                      </a:r>
                      <a:r>
                        <a:rPr kumimoji="1" lang="en-US" altLang="ja-JP" sz="1000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tất</a:t>
                      </a:r>
                      <a:r>
                        <a:rPr kumimoji="1" lang="en-US" altLang="ja-JP" sz="1000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đối</a:t>
                      </a:r>
                      <a:r>
                        <a:rPr kumimoji="1" lang="en-US" altLang="ja-JP" sz="1000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000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sách</a:t>
                      </a:r>
                      <a:endParaRPr kumimoji="1" lang="ja-JP" altLang="en-US" sz="1000" dirty="0">
                        <a:latin typeface="Arial" panose="020B0604020202020204" pitchFamily="34" charset="0"/>
                        <a:ea typeface="ＭＳ 明朝" panose="02020609040205080304" pitchFamily="17" charset="-128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en-US" altLang="ja-JP" sz="1200" dirty="0">
                        <a:latin typeface="ＭＳ 明朝" panose="02020609040205080304" pitchFamily="17" charset="-128"/>
                        <a:ea typeface="ＭＳ 明朝" panose="02020609040205080304" pitchFamily="17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8627599"/>
                  </a:ext>
                </a:extLst>
              </a:tr>
              <a:tr h="19015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900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Mgr./</a:t>
                      </a:r>
                      <a:r>
                        <a:rPr kumimoji="1" lang="en-US" altLang="ja-JP" sz="900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TPhòng</a:t>
                      </a:r>
                      <a:endParaRPr kumimoji="1" lang="ja-JP" altLang="en-US" sz="900" dirty="0">
                        <a:latin typeface="Arial" panose="020B0604020202020204" pitchFamily="34" charset="0"/>
                        <a:ea typeface="ＭＳ 明朝" panose="02020609040205080304" pitchFamily="17" charset="-128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900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TL/</a:t>
                      </a:r>
                      <a:r>
                        <a:rPr kumimoji="1" lang="en-US" altLang="ja-JP" sz="900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Tổ</a:t>
                      </a:r>
                      <a:r>
                        <a:rPr kumimoji="1" lang="en-US" altLang="ja-JP" sz="900" dirty="0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900" dirty="0" err="1">
                          <a:latin typeface="Arial" panose="020B0604020202020204" pitchFamily="34" charset="0"/>
                          <a:ea typeface="ＭＳ 明朝" panose="02020609040205080304" pitchFamily="17" charset="-128"/>
                          <a:cs typeface="Arial" panose="020B0604020202020204" pitchFamily="34" charset="0"/>
                        </a:rPr>
                        <a:t>trưởng</a:t>
                      </a:r>
                      <a:endParaRPr kumimoji="1" lang="en-US" altLang="ja-JP" sz="900" dirty="0">
                        <a:latin typeface="Arial" panose="020B0604020202020204" pitchFamily="34" charset="0"/>
                        <a:ea typeface="ＭＳ 明朝" panose="02020609040205080304" pitchFamily="17" charset="-128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8709995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endParaRPr kumimoji="1" lang="ja-JP" altLang="en-US" sz="1000" dirty="0">
                        <a:latin typeface="Arial" panose="020B0604020202020204" pitchFamily="34" charset="0"/>
                        <a:ea typeface="ＭＳ 明朝" panose="02020609040205080304" pitchFamily="17" charset="-128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00" dirty="0">
                        <a:latin typeface="Arial" panose="020B0604020202020204" pitchFamily="34" charset="0"/>
                        <a:ea typeface="ＭＳ 明朝" panose="02020609040205080304" pitchFamily="17" charset="-128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7804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7433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450</TotalTime>
  <Words>390</Words>
  <Application>Microsoft Office PowerPoint</Application>
  <PresentationFormat>Widescreen</PresentationFormat>
  <Paragraphs>80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游ゴシック</vt:lpstr>
      <vt:lpstr>Arial</vt:lpstr>
      <vt:lpstr>Calibri</vt:lpstr>
      <vt:lpstr>Calibri Light</vt:lpstr>
      <vt:lpstr>Century</vt:lpstr>
      <vt:lpstr>Office テーマ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MMK/MASUYAMA MIKIHIRO(増山幹洋)</dc:creator>
  <cp:lastModifiedBy>VDM/SUONG PHAM THI THU</cp:lastModifiedBy>
  <cp:revision>10</cp:revision>
  <dcterms:created xsi:type="dcterms:W3CDTF">2024-12-12T04:53:29Z</dcterms:created>
  <dcterms:modified xsi:type="dcterms:W3CDTF">2025-02-17T07:04:37Z</dcterms:modified>
</cp:coreProperties>
</file>